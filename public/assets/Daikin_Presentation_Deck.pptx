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⚡ Daikin AI Intelligence &amp;</a:t>
            </a:r>
          </a:p>
          <a:p>
            <a:r>
              <a:t>Demand Forecasting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4747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BD5E1"/>
                </a:solidFill>
              </a:defRPr>
            </a:pPr>
            <a:r>
              <a:t>Comprehensive EDA &amp; Data Quality Assessment Platform</a:t>
            </a:r>
          </a:p>
          <a:p>
            <a:r>
              <a:t>ISB Capstone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4389120"/>
            <a:ext cx="27432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54864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📊  7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54864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🎯  82K+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54864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⚡  Real-time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🎯  Dashboard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E5FF"/>
                </a:solidFill>
              </a:defRPr>
            </a:pPr>
            <a:r>
              <a:t>✨ Key Features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Modern, gradient-based UI with purple-blue theme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Interactive visualizations using Plotly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Real-time data quality assessment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Comprehensive statistical analysis tools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Advanced demand forecasting with ML &amp; statistical models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Professional report generation (PDF, Excel, CSV)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Responsive design for all screen sizes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371600"/>
            <a:ext cx="1828800" cy="146304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0" y="14630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8288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E5FF"/>
                </a:solidFill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331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Dashboard</a:t>
            </a:r>
          </a:p>
          <a:p>
            <a:r>
              <a:t>Pages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1371600"/>
            <a:ext cx="1828800" cy="146304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4630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82880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331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Data</a:t>
            </a:r>
          </a:p>
          <a:p>
            <a:r>
              <a:t>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017520"/>
            <a:ext cx="1828800" cy="146304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31089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4747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284C7"/>
                </a:solidFill>
              </a:defRPr>
            </a:pPr>
            <a:r>
              <a:t>82K+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977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Records</a:t>
            </a:r>
          </a:p>
          <a:p>
            <a:r>
              <a:t>Analyzed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3017520"/>
            <a:ext cx="1828800" cy="146304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310896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4747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977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Interactive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75488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🔧 Built With</a:t>
            </a:r>
          </a:p>
          <a:p>
            <a:pPr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Streamlit • Plotly • Pandas • NumPy</a:t>
            </a:r>
            <a:br/>
            <a:r>
              <a:t>Statsmodels • Scikit-learn • FPDF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📑  Seven Comprehensive Pages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840480" cy="118872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31720"/>
            <a:ext cx="35661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Quick snapshot: metrics, trends,</a:t>
            </a:r>
          </a:p>
          <a:p>
            <a:r>
              <a:t>segment distribution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0" y="1371600"/>
            <a:ext cx="3840480" cy="118872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8348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92024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Data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331720"/>
            <a:ext cx="35661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Quality score, missing values,</a:t>
            </a:r>
          </a:p>
          <a:p>
            <a:r>
              <a:t>data type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97480"/>
            <a:ext cx="3840480" cy="118872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34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4612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Data Cleaning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657600"/>
            <a:ext cx="35661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Recommendations, duplicates,</a:t>
            </a:r>
          </a:p>
          <a:p>
            <a:r>
              <a:t>standardization needs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2697480"/>
            <a:ext cx="3840480" cy="118872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28346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24612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Statistical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3657600"/>
            <a:ext cx="35661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Descriptive stats, correlations,</a:t>
            </a:r>
          </a:p>
          <a:p>
            <a:r>
              <a:t>distributions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23360"/>
            <a:ext cx="3840480" cy="118872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60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72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366F1"/>
                </a:solidFill>
              </a:defRPr>
            </a:pPr>
            <a:r>
              <a:t>Detailed Exploration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983480"/>
            <a:ext cx="35661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Column browser, search,</a:t>
            </a:r>
          </a:p>
          <a:p>
            <a:r>
              <a:t>data preview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4023360"/>
            <a:ext cx="3840480" cy="118872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80" y="4160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4572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43F5E"/>
                </a:solidFill>
              </a:defRPr>
            </a:pPr>
            <a:r>
              <a:t>Demand Forecasting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4983480"/>
            <a:ext cx="35661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SKU predictions, ML models,</a:t>
            </a:r>
          </a:p>
          <a:p>
            <a:r>
              <a:t>confidence intervals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49240"/>
            <a:ext cx="3840480" cy="118872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4864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89788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Export Reports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309360"/>
            <a:ext cx="35661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PDF, Excel, CSV exports</a:t>
            </a:r>
          </a:p>
          <a:p>
            <a:r>
              <a:t>with full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Dashboard Home  🏠 Overview Page</a:t>
            </a:r>
          </a:p>
        </p:txBody>
      </p:sp>
      <p:pic>
        <p:nvPicPr>
          <p:cNvPr id="3" name="Picture 2" descr="screenshot_light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572000" cy="25593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03520" y="118872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📊 Key Metrics Cards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Total records: 82,034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Data completeness percentage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Duplicate records count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Missing values analysis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📈 Visualizations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Time series: Records over billing dates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Gauge: Data completeness indicator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Pie chart: Segment distribution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Box plots: Tonnage analysis by segment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📊🧹  Data Quality &amp; 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📊 Data Quality Assessment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Overall Quality Score (0-100)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Automated status indicators: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✅ Excellent: &gt;95% complete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⚠️ Good: 75-95% complete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🔴 Poor: &lt;75% complete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Missing values bar charts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Column-by-column analysis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Data type distribution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Issues counter and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18872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</a:defRPr>
            </a:pPr>
            <a:r>
              <a:t>🧹 Data Cleaning Studio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Actionable Recommendations: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○ Duplicate removal strategies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○ Missing value handling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○ Column standardization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○ Date format validation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○ Categorical normalization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• Visual Analysis: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○ Unique vs duplicate pie chart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○ Column standardization panel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○ Top 5 values preview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300">
                <a:solidFill>
                  <a:srgbClr val="CBD5E1"/>
                </a:solidFill>
              </a:defRPr>
            </a:pPr>
            <a:r>
              <a:t>  ○ Before/after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Deep Insights  📈 Statistical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📊 Descriptive Statistics Table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Count, Mean, Std Dev, Min/Max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Quartiles (25%, 50%, 75%)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All numeric columns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🔥 Correlation Heatmap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Color-coded relationships (-1 to +1)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Interactive hover for exact values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Identify strong correlations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📉 Distribution Analysis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Interactive column selector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Customizable histogram bins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Box plot for outlier detection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400">
                <a:solidFill>
                  <a:srgbClr val="CBD5E1"/>
                </a:solidFill>
              </a:defRPr>
            </a:pPr>
            <a:r>
              <a:t>  • Statistical summary cards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0" y="1371600"/>
            <a:ext cx="1737360" cy="128016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94960" y="146304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94960" y="182880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284C7"/>
                </a:solidFill>
              </a:defRPr>
            </a:pPr>
            <a:r>
              <a:t>Mean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Average</a:t>
            </a:r>
          </a:p>
          <a:p>
            <a:r>
              <a:t>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371600"/>
            <a:ext cx="1737360" cy="128016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146304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82880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331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Standard</a:t>
            </a:r>
          </a:p>
          <a:p>
            <a:r>
              <a:t>Deviation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2834640"/>
            <a:ext cx="1737360" cy="128016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292608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⚖️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329184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E5FF"/>
                </a:solidFill>
              </a:defRPr>
            </a:pPr>
            <a:r>
              <a:t>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3794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Median</a:t>
            </a:r>
          </a:p>
          <a:p>
            <a:r>
              <a:t>Values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2834640"/>
            <a:ext cx="1737360" cy="128016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92608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29184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R²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7947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Correlation</a:t>
            </a:r>
          </a:p>
          <a:p>
            <a:r>
              <a:t>Strength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2976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💡 Use Cases</a:t>
            </a:r>
          </a:p>
          <a:p>
            <a:pPr>
              <a:lnSpc>
                <a:spcPct val="140000"/>
              </a:lnSpc>
              <a:spcBef>
                <a:spcPts val="800"/>
              </a:spcBef>
              <a:defRPr sz="1200">
                <a:solidFill>
                  <a:srgbClr val="CBD5E1"/>
                </a:solidFill>
              </a:defRPr>
            </a:pPr>
            <a:r>
              <a:t>• Pattern identification &amp; anomaly detection</a:t>
            </a:r>
            <a:br/>
            <a:r>
              <a:t>• Feature engineering for ML models</a:t>
            </a:r>
            <a:br/>
            <a:r>
              <a:t>• Research and exploratory analysis</a:t>
            </a:r>
            <a:br/>
            <a:r>
              <a:t>• Understanding data distributions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⭐ New Feature  🎯 Demand Forecasting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0" y="320040"/>
            <a:ext cx="1097280" cy="3657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0" y="32004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⭐ 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43F5E"/>
                </a:solidFill>
              </a:defRPr>
            </a:pPr>
            <a:r>
              <a:t>🤖 Available Models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📈 Statistical Models: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• ARIMA - Auto Regressive Integrated MA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• SARIMA - Seasonal ARIMA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• Exponential Smoothing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🧠 Machine Learning Models: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• Random Forest Regressor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• Gradient Boosting Regressor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• Automatic feature engineering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  • Lag features &amp; rolling averages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✨ Key Features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SKU-wise demand prediction (4-52 weeks)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Interactive forecast charts with confidence intervals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Performance metrics: MAE, RMSE, MAPE, Accuracy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Historical pattern analysis</a:t>
            </a:r>
          </a:p>
          <a:p>
            <a:pPr>
              <a:lnSpc>
                <a:spcPct val="14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CSV export for further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1887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🎯 Business Use Cases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📦 Inventory Planning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100">
                <a:solidFill>
                  <a:srgbClr val="CBD5E1"/>
                </a:solidFill>
              </a:defRPr>
            </a:pPr>
            <a:r>
              <a:t>Optimize stock levels based on</a:t>
            </a:r>
            <a:br/>
            <a:r>
              <a:t>predicted demand patterns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🏭 Production Capacity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100">
                <a:solidFill>
                  <a:srgbClr val="CBD5E1"/>
                </a:solidFill>
              </a:defRPr>
            </a:pPr>
            <a:r>
              <a:t>Schedule manufacturing runs</a:t>
            </a:r>
            <a:br/>
            <a:r>
              <a:t>according to forecasts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💰 Budget Allocation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100">
                <a:solidFill>
                  <a:srgbClr val="CBD5E1"/>
                </a:solidFill>
              </a:defRPr>
            </a:pPr>
            <a:r>
              <a:t>Allocate resources by predicted</a:t>
            </a:r>
            <a:br/>
            <a:r>
              <a:t>SKU performance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📈 Sales Strategy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100">
                <a:solidFill>
                  <a:srgbClr val="CBD5E1"/>
                </a:solidFill>
              </a:defRPr>
            </a:pPr>
            <a:r>
              <a:t>Plan promotions during high</a:t>
            </a:r>
            <a:br/>
            <a:r>
              <a:t>demand periods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</a:defRPr>
            </a:pPr>
            <a:r>
              <a:t>🚚 Supply Chain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100">
                <a:solidFill>
                  <a:srgbClr val="CBD5E1"/>
                </a:solidFill>
              </a:defRPr>
            </a:pPr>
            <a:r>
              <a:t>Improve logistics and reduce</a:t>
            </a:r>
            <a:br/>
            <a:r>
              <a:t>stockouts/overstock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Professional Output  📄 Export &amp; Reporting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931920" cy="137160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PDF Reports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Executive summary, quality</a:t>
            </a:r>
          </a:p>
          <a:p>
            <a:r>
              <a:t>assessment, recommendations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371600"/>
            <a:ext cx="3931920" cy="137160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66360" y="15087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9202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</a:defRPr>
            </a:pPr>
            <a:r>
              <a:t>Excel 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2331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Full dataset + summary sheet</a:t>
            </a:r>
          </a:p>
          <a:p>
            <a:r>
              <a:t>for further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26080"/>
            <a:ext cx="3931920" cy="137160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B82F6"/>
                </a:solidFill>
              </a:defRPr>
            </a:pPr>
            <a:r>
              <a:t>CSV Export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Raw data compatible with</a:t>
            </a:r>
          </a:p>
          <a:p>
            <a:r>
              <a:t>all analysis 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2926080"/>
            <a:ext cx="3931920" cy="1371600"/>
          </a:xfrm>
          <a:prstGeom prst="roundRect">
            <a:avLst/>
          </a:prstGeom>
          <a:solidFill>
            <a:srgbClr val="192337"/>
          </a:solidFill>
          <a:ln w="12700">
            <a:solidFill>
              <a:srgbClr val="323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3063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34747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Text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3886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CBD5E1"/>
                </a:solidFill>
              </a:defRPr>
            </a:pPr>
            <a:r>
              <a:t>Plain text reports for quick</a:t>
            </a:r>
          </a:p>
          <a:p>
            <a:r>
              <a:t>reference and email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8229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E5FF"/>
                </a:solidFill>
              </a:defRPr>
            </a:pPr>
            <a:r>
              <a:t>📋 PDF Report Contents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Executive Summary  •  Data Quality Assessment  •  Missing Values Analysis  •  Data Type Distribution</a:t>
            </a:r>
          </a:p>
          <a:p>
            <a:pPr>
              <a:spcBef>
                <a:spcPts val="500"/>
              </a:spcBef>
              <a:defRPr sz="1300">
                <a:solidFill>
                  <a:srgbClr val="FFFFFF"/>
                </a:solidFill>
              </a:defRPr>
            </a:pPr>
            <a:r>
              <a:t>Cleaning Recommendations  •  Standardization Strategies  •  Monitoring Guidelines  •  Next Steps</a:t>
            </a:r>
          </a:p>
          <a:p>
            <a:pPr>
              <a:spcBef>
                <a:spcPts val="1200"/>
              </a:spcBef>
              <a:defRPr sz="1200">
                <a:solidFill>
                  <a:srgbClr val="10B981"/>
                </a:solidFill>
              </a:defRPr>
            </a:pPr>
            <a:r>
              <a:t>✅ Professional formatting  •  Automated generation  •  Ready for stakeholders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Real-time Analysis  ⚡ Interactive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114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284C7"/>
                </a:solidFill>
              </a:defRPr>
            </a:pPr>
            <a:r>
              <a:t>📊 Chart Interactions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🖱️ Hover: View exact values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🔍 Zoom: Click and drag to zoom in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↔️ Pan: Shift + drag to move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💾 Download: Save charts as PNG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🔄 Reset: Double-click to reset view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🎨 Interactive legends: Toggle series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🔍 Data Filtering &amp; Search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Multi-select column explorer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Search within specific columns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Time range analysis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Individual column deep-dive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Value counts and distributions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First 100 rows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1887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</a:defRPr>
            </a:pPr>
            <a:r>
              <a:t>📈 Supported Visualizations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📉 Line Charts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   Time series trends and patterns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📊 Bar Charts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   Categorical comparisons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🥧 Pie Charts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   Proportions and distributions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📊 Histograms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   Value distributions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📦 Box Plots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   Outliers and quartiles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🔥 Heatmaps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   Correlation matrices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🎯 Gauge Charts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   Single metric visualization</a:t>
            </a:r>
          </a:p>
          <a:p>
            <a:pPr>
              <a:spcBef>
                <a:spcPts val="600"/>
              </a:spcBef>
              <a:defRPr sz="1300" b="1">
                <a:solidFill>
                  <a:srgbClr val="FFFFFF"/>
                </a:solidFill>
              </a:defRPr>
            </a:pPr>
            <a:r>
              <a:t>🔵 Scatter Plots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</a:defRPr>
            </a:pPr>
            <a:r>
              <a:t>   Relationship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Under the Hood  🔧 Technical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011680" cy="128016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284C7"/>
                </a:solidFill>
              </a:defRPr>
            </a:pPr>
            <a:r>
              <a:t>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Core</a:t>
            </a:r>
          </a:p>
          <a:p>
            <a:r>
              <a:t>Language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280160"/>
            <a:ext cx="2011680" cy="128016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37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E5FF"/>
                </a:solidFill>
              </a:defRPr>
            </a:pPr>
            <a:r>
              <a:t>Streamlit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Web</a:t>
            </a:r>
          </a:p>
          <a:p>
            <a:r>
              <a:t>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280160"/>
            <a:ext cx="2011680" cy="128016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3716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73736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Plotly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240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Interactive</a:t>
            </a:r>
          </a:p>
          <a:p>
            <a:r>
              <a:t>Charts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280160"/>
            <a:ext cx="1737360" cy="128016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3716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/>
            </a:pPr>
            <a:r>
              <a:t>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1737360"/>
            <a:ext cx="155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Pandas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2402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CBD5E1"/>
                </a:solidFill>
              </a:defRPr>
            </a:pPr>
            <a:r>
              <a:t>Data</a:t>
            </a:r>
          </a:p>
          <a:p>
            <a:r>
              <a:t>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74320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284C7"/>
                </a:solidFill>
              </a:defRPr>
            </a:pPr>
            <a:r>
              <a:t>📚 Core Libraries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🌐 Streamlit - Web framework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📊 Plotly - Interactive visualizations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🐼 Pandas - Data manipulation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🔢 NumPy - Numerical computing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📈 Statsmodels - Time series models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🤖 Scikit-learn - Machine learning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📄 FPDF - PDF generation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📗 OpenPyXL - Excel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743200"/>
            <a:ext cx="3840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0B981"/>
                </a:solidFill>
              </a:defRPr>
            </a:pPr>
            <a:r>
              <a:t>⚡ Performance &amp; Optimization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Cached data loading for speed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Efficient pandas operations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Lazy loading of visualizations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Handles 82K+ records smoothly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Responsive UI with smooth animations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Graceful handling of missing data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Optimized memory usage</a:t>
            </a:r>
          </a:p>
          <a:p>
            <a:pPr>
              <a:lnSpc>
                <a:spcPct val="130000"/>
              </a:lnSpc>
              <a:spcBef>
                <a:spcPts val="500"/>
              </a:spcBef>
              <a:defRPr sz="1300">
                <a:solidFill>
                  <a:srgbClr val="CBD5E1"/>
                </a:solidFill>
              </a:defRPr>
            </a:pPr>
            <a:r>
              <a:t>• Fast duplicate detection algorithms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Who Benefits?  💡 Use Cases &amp;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3931920" cy="210312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👨‍💼  Data Analysts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Quick EDA before modeling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Pattern identification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Outlier detection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Distribution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280160"/>
            <a:ext cx="3931920" cy="210312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66360" y="14173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👨‍💻  Data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18745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Pipeline monitoring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Data validation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Quality tracking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Cleaning recommendations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657600"/>
            <a:ext cx="3931920" cy="210312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794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👨‍💼  Managers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5196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Executive summaries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Quality reports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Progress tracking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Stakeholder presentations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657600"/>
            <a:ext cx="3931920" cy="2103120"/>
          </a:xfrm>
          <a:prstGeom prst="roundRect">
            <a:avLst/>
          </a:prstGeom>
          <a:solidFill>
            <a:srgbClr val="141C2D"/>
          </a:solidFill>
          <a:ln w="254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3794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E5FF"/>
                </a:solidFill>
              </a:defRPr>
            </a:pPr>
            <a:r>
              <a:t>👨‍🔬  Data Scientists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425196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Feature understanding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Correlation discovery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Statistical insights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Demand forecasting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Quick Setup  🚀 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0284C7"/>
                </a:solidFill>
              </a:defRPr>
            </a:pPr>
            <a:r>
              <a:t>📦 Installation Steps</a:t>
            </a:r>
          </a:p>
          <a:p>
            <a:pPr>
              <a:spcBef>
                <a:spcPts val="1400"/>
              </a:spcBef>
              <a:defRPr sz="1500" b="1">
                <a:solidFill>
                  <a:srgbClr val="FFFFFF"/>
                </a:solidFill>
              </a:defRPr>
            </a:pPr>
            <a:r>
              <a:t>1️⃣ Prerequisites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Python 3.8+ and pip installed</a:t>
            </a:r>
          </a:p>
          <a:p>
            <a:pPr>
              <a:spcBef>
                <a:spcPts val="1400"/>
              </a:spcBef>
              <a:defRPr sz="1500" b="1">
                <a:solidFill>
                  <a:srgbClr val="FFFFFF"/>
                </a:solidFill>
              </a:defRPr>
            </a:pPr>
            <a:r>
              <a:t>2️⃣ Install Dependencies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pip install -r requirements.txt</a:t>
            </a:r>
          </a:p>
          <a:p>
            <a:pPr>
              <a:spcBef>
                <a:spcPts val="1400"/>
              </a:spcBef>
              <a:defRPr sz="1500" b="1">
                <a:solidFill>
                  <a:srgbClr val="FFFFFF"/>
                </a:solidFill>
              </a:defRPr>
            </a:pPr>
            <a:r>
              <a:t>3️⃣ Prepare Data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Place Filtered.xlsx in project folder</a:t>
            </a:r>
          </a:p>
          <a:p>
            <a:pPr>
              <a:spcBef>
                <a:spcPts val="1400"/>
              </a:spcBef>
              <a:defRPr sz="1500" b="1">
                <a:solidFill>
                  <a:srgbClr val="FFFFFF"/>
                </a:solidFill>
              </a:defRPr>
            </a:pPr>
            <a:r>
              <a:t>4️⃣ Run Dashboard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streamlit run dashboard.py</a:t>
            </a:r>
          </a:p>
          <a:p>
            <a:pPr>
              <a:spcBef>
                <a:spcPts val="1400"/>
              </a:spcBef>
              <a:defRPr sz="1500" b="1">
                <a:solidFill>
                  <a:srgbClr val="FFFFFF"/>
                </a:solidFill>
              </a:defRPr>
            </a:pPr>
            <a:r>
              <a:t>5️⃣ Open Browser</a:t>
            </a:r>
          </a:p>
          <a:p>
            <a:pPr>
              <a:spcBef>
                <a:spcPts val="400"/>
              </a:spcBef>
              <a:defRPr sz="1200">
                <a:solidFill>
                  <a:srgbClr val="CBD5E1"/>
                </a:solidFill>
              </a:defRPr>
            </a:pPr>
            <a:r>
              <a:t>Navigate to http://localhost:8501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18872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 b="1">
                <a:solidFill>
                  <a:srgbClr val="10B981"/>
                </a:solidFill>
              </a:defRPr>
            </a:pPr>
            <a:r>
              <a:t>✨ Best Practices</a:t>
            </a:r>
          </a:p>
          <a:p>
            <a:pPr>
              <a:lnSpc>
                <a:spcPct val="130000"/>
              </a:lnSpc>
              <a:spcBef>
                <a:spcPts val="700"/>
              </a:spcBef>
              <a:defRPr sz="1300">
                <a:solidFill>
                  <a:srgbClr val="CBD5E1"/>
                </a:solidFill>
              </a:defRPr>
            </a:pPr>
            <a:r>
              <a:t>🏠 Start with Overview page</a:t>
            </a:r>
          </a:p>
          <a:p>
            <a:pPr>
              <a:lnSpc>
                <a:spcPct val="130000"/>
              </a:lnSpc>
              <a:spcBef>
                <a:spcPts val="700"/>
              </a:spcBef>
              <a:defRPr sz="1300">
                <a:solidFill>
                  <a:srgbClr val="CBD5E1"/>
                </a:solidFill>
              </a:defRPr>
            </a:pPr>
            <a:r>
              <a:t>📊 Check Data Quality for issues</a:t>
            </a:r>
          </a:p>
          <a:p>
            <a:pPr>
              <a:lnSpc>
                <a:spcPct val="130000"/>
              </a:lnSpc>
              <a:spcBef>
                <a:spcPts val="700"/>
              </a:spcBef>
              <a:defRPr sz="1300">
                <a:solidFill>
                  <a:srgbClr val="CBD5E1"/>
                </a:solidFill>
              </a:defRPr>
            </a:pPr>
            <a:r>
              <a:t>🧹 Review Cleaning recommendations</a:t>
            </a:r>
          </a:p>
          <a:p>
            <a:pPr>
              <a:lnSpc>
                <a:spcPct val="130000"/>
              </a:lnSpc>
              <a:spcBef>
                <a:spcPts val="700"/>
              </a:spcBef>
              <a:defRPr sz="1300">
                <a:solidFill>
                  <a:srgbClr val="CBD5E1"/>
                </a:solidFill>
              </a:defRPr>
            </a:pPr>
            <a:r>
              <a:t>📈 Dive into Statistical Analysis</a:t>
            </a:r>
          </a:p>
          <a:p>
            <a:pPr>
              <a:lnSpc>
                <a:spcPct val="130000"/>
              </a:lnSpc>
              <a:spcBef>
                <a:spcPts val="700"/>
              </a:spcBef>
              <a:defRPr sz="1300">
                <a:solidFill>
                  <a:srgbClr val="CBD5E1"/>
                </a:solidFill>
              </a:defRPr>
            </a:pPr>
            <a:r>
              <a:t>🔍 Use Detailed Exploration for specifics</a:t>
            </a:r>
          </a:p>
          <a:p>
            <a:pPr>
              <a:lnSpc>
                <a:spcPct val="130000"/>
              </a:lnSpc>
              <a:spcBef>
                <a:spcPts val="700"/>
              </a:spcBef>
              <a:defRPr sz="1300">
                <a:solidFill>
                  <a:srgbClr val="CBD5E1"/>
                </a:solidFill>
              </a:defRPr>
            </a:pPr>
            <a:r>
              <a:t>🎯 Try Demand Forecasting for SKUs</a:t>
            </a:r>
          </a:p>
          <a:p>
            <a:pPr>
              <a:lnSpc>
                <a:spcPct val="130000"/>
              </a:lnSpc>
              <a:spcBef>
                <a:spcPts val="700"/>
              </a:spcBef>
              <a:defRPr sz="1300">
                <a:solidFill>
                  <a:srgbClr val="CBD5E1"/>
                </a:solidFill>
              </a:defRPr>
            </a:pPr>
            <a:r>
              <a:t>📄 Export Reports for documentation</a:t>
            </a:r>
          </a:p>
          <a:p>
            <a:pPr>
              <a:lnSpc>
                <a:spcPct val="130000"/>
              </a:lnSpc>
              <a:spcBef>
                <a:spcPts val="700"/>
              </a:spcBef>
              <a:defRPr sz="1300">
                <a:solidFill>
                  <a:srgbClr val="CBD5E1"/>
                </a:solidFill>
              </a:defRPr>
            </a:pPr>
            <a:r>
              <a:t>⚡ Use search for quick record lookup</a:t>
            </a:r>
          </a:p>
          <a:p>
            <a:pPr>
              <a:lnSpc>
                <a:spcPct val="130000"/>
              </a:lnSpc>
              <a:spcBef>
                <a:spcPts val="700"/>
              </a:spcBef>
              <a:defRPr sz="1300">
                <a:solidFill>
                  <a:srgbClr val="CBD5E1"/>
                </a:solidFill>
              </a:defRPr>
            </a:pPr>
            <a:r>
              <a:t>📌 Monitor trends over time</a:t>
            </a:r>
          </a:p>
          <a:p>
            <a:pPr>
              <a:lnSpc>
                <a:spcPct val="130000"/>
              </a:lnSpc>
              <a:spcBef>
                <a:spcPts val="700"/>
              </a:spcBef>
              <a:defRPr sz="1300">
                <a:solidFill>
                  <a:srgbClr val="CBD5E1"/>
                </a:solidFill>
              </a:defRPr>
            </a:pPr>
            <a:r>
              <a:t>🔄 Run weekly for quality tracking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0E1A"/>
            </a:gs>
            <a:gs pos="100000">
              <a:srgbClr val="0F172A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 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3832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BD5E1"/>
                </a:solidFill>
              </a:defRPr>
            </a:pPr>
            <a:r>
              <a:t>Daikin AI Intelligence &amp; Demand Forecasting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023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E5FF"/>
                </a:solidFill>
              </a:defRPr>
            </a:pPr>
            <a:r>
              <a:t>ISB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8463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1300">
                <a:solidFill>
                  <a:srgbClr val="CBD5E1"/>
                </a:solidFill>
              </a:defRPr>
            </a:pPr>
            <a:r>
              <a:t>7 Pages  •  82K+ Records  •  Real-time Analysis  •  ML Forecasting</a:t>
            </a:r>
          </a:p>
          <a:p>
            <a:r>
              <a:t>Interactive Visualizations  •  Professional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6217920"/>
            <a:ext cx="36576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