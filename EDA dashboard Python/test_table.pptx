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Header 1</a:t>
                      </a:r>
                    </a:p>
                  </a:txBody>
                  <a:tcPr>
                    <a:solidFill>
                      <a:srgbClr val="2B4C7E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