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⚡ AI Intelligence &amp;</a:t>
            </a:r>
          </a:p>
          <a:p>
            <a:r>
              <a:t>Demand Forecasting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Comprehensive EDA &amp; Data Quality Assessment Platform</a:t>
            </a:r>
          </a:p>
          <a:p>
            <a:r>
              <a:t>ISB Capstone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📊  7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🎯  82K+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⚡  Real-time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</a:defRPr>
            </a:pPr>
            <a:r>
              <a:t>✨ Key Features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Modern, gradient-based UI with purple-blue theme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Interactive visualizations using Plotly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Real-time data quality assessment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Comprehensive statistical analysis tools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Advanced demand forecasting with ML &amp; statistical models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Professional report generation (PDF, Excel, CSV)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Responsive design for all screen sizes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463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Dashboard</a:t>
            </a:r>
          </a:p>
          <a:p>
            <a:r>
              <a:t>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37160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Data</a:t>
            </a:r>
          </a:p>
          <a:p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1752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82K+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Records</a:t>
            </a:r>
          </a:p>
          <a:p>
            <a:r>
              <a:t>Analyzed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01752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108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Interactive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7548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🔧 Built With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Streamlit • Plotly • Pandas • NumPy</a:t>
            </a:r>
            <a:br/>
            <a:r>
              <a:t>Statsmodels • Scikit-learn • FPDF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📑  Seven Comprehensive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Quick snapshot: metrics, trends,</a:t>
            </a:r>
          </a:p>
          <a:p>
            <a:r>
              <a:t>segment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20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33172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Quality score, missing values,</a:t>
            </a:r>
          </a:p>
          <a:p>
            <a:r>
              <a:t>data type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Recommendations, duplicates,</a:t>
            </a:r>
          </a:p>
          <a:p>
            <a:r>
              <a:t>standardization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69748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2461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Statistical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65760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Descriptive stats, correlations,</a:t>
            </a:r>
          </a:p>
          <a:p>
            <a:r>
              <a:t>distributions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Detailed 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Column browser, search,</a:t>
            </a:r>
          </a:p>
          <a:p>
            <a:r>
              <a:t>data 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02336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572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Demand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98348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SKU predictions, ML models,</a:t>
            </a:r>
          </a:p>
          <a:p>
            <a:r>
              <a:t>confidence intervals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978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Export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0936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PDF, Excel, CSV exports</a:t>
            </a:r>
          </a:p>
          <a:p>
            <a:r>
              <a:t>with full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Dashboard Home  🏠 Overview Page</a:t>
            </a:r>
          </a:p>
        </p:txBody>
      </p:sp>
      <p:pic>
        <p:nvPicPr>
          <p:cNvPr id="3" name="Picture 2" descr="screenshot_ligh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72000" cy="2559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📊 Key Metrics Cards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Total records: 82,034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Data completeness percentage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Duplicate records count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Missing values analysis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📈 Visualizations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Time series: Records over billing dates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Gauge: Data completeness indicator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Pie chart: Segment distribution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Box plots: Tonnage analysis by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📊🧹  Data Quality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📊 Data Quality Assessment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Overall Quality Score (0-100)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Automated status indicators: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✅ Excellent: &gt;95%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⚠️ Good: 75-95%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🔴 Poor: &lt;75%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Missing values bar charts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Column-by-column analysis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Data type distribution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Issues counter and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🧹 Data Cleaning Studio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Actionable Recommendations: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Duplicate removal strategies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Missing value handling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Column standardization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Date format validation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Categorical normalization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Visual Analysis: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Unique vs duplicate pie chart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Column standardization panel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Top 5 values preview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Before/after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Deep Insights  📈 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📊 Descriptive Statistics Table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Count, Mean, Std Dev, Min/Max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Quartiles (25%, 50%, 75%)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All numeric columns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🔥 Correlation Heatmap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Color-coded relationships (-1 to +1)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Interactive hover for exact values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Identify strong correlations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📉 Distribution Analysis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Interactive column selector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Customizable histogram bins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Box plot for outlier detection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Statistical summary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37160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4630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8288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Average</a:t>
            </a:r>
          </a:p>
          <a:p>
            <a:r>
              <a:t>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37160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Standard</a:t>
            </a:r>
          </a:p>
          <a:p>
            <a:r>
              <a:t>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83464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918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Median</a:t>
            </a:r>
          </a:p>
          <a:p>
            <a:r>
              <a:t>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83464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918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Correlation</a:t>
            </a:r>
          </a:p>
          <a:p>
            <a:r>
              <a:t>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297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💡 Use Cases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Pattern identification &amp; anomaly detection</a:t>
            </a:r>
            <a:br/>
            <a:r>
              <a:t>• Feature engineering for ML models</a:t>
            </a:r>
            <a:br/>
            <a:r>
              <a:t>• Research and exploratory analysis</a:t>
            </a:r>
            <a:br/>
            <a:r>
              <a:t>• Understanding data distributions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⭐ New Feature  🎯 Demand Forecasting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20040"/>
            <a:ext cx="109728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⭐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🤖 Available Models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📈 Statistical Models: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ARIMA - Auto Regressive Integrated MA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SARIMA - Seasonal ARIMA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Exponential Smoothing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🧠 Machine Learning Models: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Random Forest Regressor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Gradient Boosting Regressor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Automatic feature engineering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Lag features &amp; rolling averages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✨ Key Features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SKU-wise demand prediction (4-52 weeks)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Interactive forecast charts with confidence intervals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Performance metrics: MAE, RMSE, MAPE, Accuracy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Historical pattern analysis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CSV export for further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🎯 Business Use Cases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📦 Inventory Planning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Optimize stock levels based on</a:t>
            </a:r>
            <a:br/>
            <a:r>
              <a:t>predicted demand patterns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🏭 Production Capacity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Schedule manufacturing runs</a:t>
            </a:r>
            <a:br/>
            <a:r>
              <a:t>according to forecasts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💰 Budget Allocation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Allocate resources by predicted</a:t>
            </a:r>
            <a:br/>
            <a:r>
              <a:t>SKU performance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📈 Sales Strategy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Plan promotions during high</a:t>
            </a:r>
            <a:br/>
            <a:r>
              <a:t>demand periods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🚚 Supply Chain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Improve logistics and reduce</a:t>
            </a:r>
            <a:br/>
            <a:r>
              <a:t>stockouts/overstock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Professional Output  📄 Export &amp;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PDF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Executive summary, quality</a:t>
            </a:r>
          </a:p>
          <a:p>
            <a:r>
              <a:t>assessment,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Excel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Full dataset + summary sheet</a:t>
            </a:r>
          </a:p>
          <a:p>
            <a:r>
              <a:t>for further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CSV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Raw data compatible with</a:t>
            </a:r>
          </a:p>
          <a:p>
            <a:r>
              <a:t>all analysis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92608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Text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Plain text reports for quick</a:t>
            </a:r>
          </a:p>
          <a:p>
            <a:r>
              <a:t>reference and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📋 PDF Report Contents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Executive Summary  •  Data Quality Assessment  •  Missing Values Analysis  •  Data Type Distribution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Cleaning Recommendations  •  Standardization Strategies  •  Monitoring Guidelines  •  Next Steps</a:t>
            </a:r>
          </a:p>
          <a:p>
            <a:pPr>
              <a:spcBef>
                <a:spcPts val="1200"/>
              </a:spcBef>
              <a:defRPr sz="1200">
                <a:solidFill>
                  <a:srgbClr val="10B981"/>
                </a:solidFill>
              </a:defRPr>
            </a:pPr>
            <a:r>
              <a:t>✅ Professional formatting  •  Automated generation  •  Ready for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Analysis  ⚡ 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📊 Chart Interactions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🖱️ Hover: View exact values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🔍 Zoom: Click and drag to zoom in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↔️ Pan: Shift + drag to move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💾 Download: Save charts as PNG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🔄 Reset: Double-click to reset view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🎨 Interactive legends: Toggle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🔍 Data Filtering &amp; Search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Multi-select column explorer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Search within specific columns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Time range analysis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Individual column deep-dive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Value counts and distributions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First 100 rows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📈 Supported Visualizations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📉 Line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Time series trends and patterns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📊 Bar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Categorical comparisons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🥧 Pie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Proportions and distributions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📊 Histograms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Value distributions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📦 Box Plots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Outliers and quartiles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🔥 Heatmaps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Correlation matrices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🎯 Gauge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Single metric visualization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🔵 Scatter Plots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Relationship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Under the Hood  🔧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Core</a:t>
            </a:r>
          </a:p>
          <a:p>
            <a:r>
              <a:t>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Web</a:t>
            </a:r>
          </a:p>
          <a:p>
            <a:r>
              <a:t>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Plotly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Interactive</a:t>
            </a:r>
          </a:p>
          <a:p>
            <a:r>
              <a:t>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8016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3716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Data</a:t>
            </a:r>
          </a:p>
          <a:p>
            <a: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📚 Core Libraries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🌐 Streamlit - Web framework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📊 Plotly - Interactive visualizations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🐼 Pandas - Data manipulation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🔢 NumPy - Numerical computing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📈 Statsmodels - Time series models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🤖 Scikit-learn - Machine learning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📄 FPDF - PDF generation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📗 OpenPyXL - Excel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4320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⚡ Performance &amp; Optimization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Cached data loading for speed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Efficient pandas operations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Lazy loading of visualizations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Handles 82K+ records smoothly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Responsive UI with smooth animations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Graceful handling of missing data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Optimized memory usage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Fast duplicate detection algorithms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Benefits?  💡 Use Cases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👨‍💼  Data Analysts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Quick EDA before modeling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Pattern identification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Outlier detection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Distribution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👨‍💻  Data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874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Pipeline monitoring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Data validation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Quality tracking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Cleaning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👨‍💼 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Executive summaries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Quality reports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Progress tracking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Stakeholder presentations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65760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👨‍🔬  Data Scientists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251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Feature understanding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Correlation discovery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Statistical insights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Demand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Quick Setup  🚀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284C7"/>
                </a:solidFill>
              </a:defRPr>
            </a:pPr>
            <a:r>
              <a:t>📦 Installation Steps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1️⃣ Prerequisites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Python 3.8+ and pip installed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2️⃣ Install Dependencies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pip install -r requirements.txt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3️⃣ Prepare Data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Place Filtered.xlsx in project folder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4️⃣ Run Dashboard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streamlit run dashboard.py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5️⃣ Open Browser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Navigate to http://localhost:8501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✨ Best Practices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🏠 Start with Overview page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📊 Check Data Quality for issues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🧹 Review Cleaning recommendations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📈 Dive into Statistical Analysis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🔍 Use Detailed Exploration for specifics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🎯 Try Demand Forecasting for SKUs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📄 Export Reports for documentation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⚡ Use search for quick record lookup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📌 Monitor trends over time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🔄 Run weekly for quality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AI Intelligence &amp; Demand Forecasting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E5FF"/>
                </a:solidFill>
              </a:defRPr>
            </a:pPr>
            <a:r>
              <a:t>ISB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CBD5E1"/>
                </a:solidFill>
              </a:defRPr>
            </a:pPr>
            <a:r>
              <a:t>7 Pages  •  82K+ Records  •  Real-time Analysis  •  ML Forecasting</a:t>
            </a:r>
          </a:p>
          <a:p>
            <a:r>
              <a:t>Interactive Visualizations  •  Professional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621792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